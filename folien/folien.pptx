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0B5FA5"/>
                </a:solidFill>
              </a:rPr>
              <a:t>So verwendet ihr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9144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5C6670"/>
                </a:solidFill>
              </a:rPr>
              <a:t>Getränkeautomat, Story für Story: Spec, Szenarien, Test, Code,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opencode sitzt zwischen dir und dem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Du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gibst ein Ziel vor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prüfst jedes Diff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entscheidest, was gilt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043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opencode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Kontext: AGENTS.md, Dateien, Verlauf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Tools: lesen, suchen, ändern, bash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Schleife: bis das LLM fertig meldet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Grenzen: Rechte und Schrittlimit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7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LLM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liest den Kontext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erzeugt Text: Antwort oder Tool-Aufruf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sieht nur, was opencode ihm zeigt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Das LLM entscheidet, opencode handelt. Zusammen sind sie ein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Ein Agent verfolgt ein Ziel mit Werkzeugen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Ziel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bekommt ein Ergebnis vorgegeben, keine Einzelschritte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901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Werkzeuge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liest, ändert und führt aus, in deinem 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506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Schleife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handelt, sieht das Ergebnis, entscheidet neu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8111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Grenzen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Rechte, Schrittlimit, ein Mensch, der prüft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Agent = LLM + Kontext + Tools + Schleife. Ein Chatbot antwortet. Ein Agent handelt, prüft das Ergebnis und macht weiter.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Bedienung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Was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Wie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starten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im Projektordner: opencode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Rolle wechseln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Tab: build, plan, spec-autor, test-autor, implementierer, reviewer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Datei in den Kontext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@src/main/java/.../VendingMachine.java im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letzte Änderung zurück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/undo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eigene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/spec 1, /akzeptanztest 1, /implementiere Ein Getränk wählen, /review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neue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/new, vor jedem Command und je Szenario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Was opencode mitbringt und was nicht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Bringt es mit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Dateien lesen, suchen, ändern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Befehle ausführen, Ergebnis lesen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Rechte: allow, ask, deny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AGENTS.md als Dauerkontext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50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Bringt es nicht mit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die Reihenfolge der Schritte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den Maßstab für gut genug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das Fertig-Kriterium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das Fachwissen zum Automaten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Das Repo ist der stärkste Prompt: AGENTS.md, Commands, Skills, Gates liegen im Projekt.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Die Bausteine im Projekt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Baustein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Was er tut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Wann im Kontext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Befehle, Struktur, Arbeitsweise, Code-Regeln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immer, jede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features/AGENTS.md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Regeln für Szenarien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sobald eine Feature-Datei gelesen wird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Prompt-Vorlage mit Spec, Glossar, mvn-Ausgabe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wenn du /spec, /akzeptanztest, /implementiere, /review tippst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Checklisten: EARS, elf Regeln, TDD, Clean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der Command fügt sie 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Rolle mit Rechten und Schrittlimit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der Command wählt die Rolle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mvn -q verify: Tests, Checkstyle, ArchUnit, JaCoCo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vor jedem Fertig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Die Pipeline je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Story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Karte aus specs/stories.md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62656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/spec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Regeln in EARS, specs/&lt;nr&gt;-&lt;name&gt;/spec.md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2352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/akzeptanztest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Szenarien in Gherkin, Schritte in 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2048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/implementiere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je Szenario: roter Test, Code, aufräumen, mvn -q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744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/review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Befunde mit Datei:Zeile, Smell, Vorschlag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Du prüfst nach jedem Schritt: Stimmen die Regeln? Erfüllen die Szenarien die elf Regeln? Verstehst du das Diff? Welche Befunde nimmst du an?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Spec 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20624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Erst die Regel, dann das Beispiel, dann der Code.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Die Feature-Datei ist der ausführbare Teil der Spec.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EARS      WHILE das Fach leer ist, WHEN der Kunde es wählt,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SHALL der Automat keine Dose ausgeben und "Ausverkauft" melden.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Gherkin   Szenario: Aus einem leeren Fach fällt nichts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Angenommen das Fach Cola ist leer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Wenn ich Cola wähle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Dann ist das Ausgabefach leer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Und der Automat meldet "Ausverkauft"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Elf Regeln für Akzeptanztests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2064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1. Ein Szenario, ein Verhalten: genau ein Wenn, keins bei einer Regel ohne Auslöser.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2. Deklarativ: was, nicht wie. Keine Knöpfe, Klicks, IDs, HTTP.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3. Fachsprache des Kunden: Namen statt Nummern.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4. Angenommen ist Zustand, Wenn ist Ereignis, Dann ist von außen sichtbar: Dose, Guthaben, Meldung, Preis, Bestand.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5. Konkrete Beispiele mit Grenzwerten, nur relevante Details.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6. Der Titel nennt die Regel, nicht den Ablauf.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554480"/>
            <a:ext cx="512064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7. Unabhängig und wiederholbar: Zeit und Zufall gestellt.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8. Vorhandene Schritte wiederverwenden, neue nur bei fehlendem Wort.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9. Jedes Kriterium: Normalfall, Randfall, Fehlerfall.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10. Höchstens sechs Schritte, Grundlage sparsam.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11. Schritte sprechen mit dem Automaten, nicht mit der Oberfläche.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Vorher und nachher: Story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Vanilla opencode, zwei Versuche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Versuch 1, 57 Sekunden: mvn -q verify grün. 16 Zeilen in VendingMachine.java, kein Test, keine Spec.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Nebenbei takeCoins und coinReturn gebaut, die keine Story verlangt.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Versuch 2, 10 Sekunden: Dateipfad außerhalb des Projekts erfunden, Rechteabfrage abgelehnt, aufgehört.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50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Mit Pipeline, viereinhalb Minuten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/spec: eine Regel: WHILE eine Dose im Fach ist, WHEN der Kunde ein Fach wählt, SHALL … Keine offenen Fragen.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/akzeptanztest: zweites Szenario „Guthaben bleibt beim freien Getränk gleich“, beide rot.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/implementiere: Unit-Test zuerst rot, dann zehn Zeilen Code, verify grün.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/review: ein Befund mit Datei:Zeile: der Bestand wird beim Ausgeben nicht verringert.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Gleiches Modell, gleiche Story. Der Unterschied: Regeln, Szenarien, Test und Review, jedes Mal in dieser Reihenfolge.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Deine Verantwortung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Du reviewst jedes Diff. Der Agent liefert Vorschläge, du lieferst Code.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Wer eine Regel nicht formulieren kann, kann sie auch nicht vom Agenten verlangen.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Kleine Schritte: ein Szenario, eine Session, ein Commit.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Hängt der Agent: Szenario kleiner schneiden, /implementiere neu starten, scripts/bis-gruen.sh.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mvn -q verify entscheidet. Nicht das Gefühl, nicht der Agent.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